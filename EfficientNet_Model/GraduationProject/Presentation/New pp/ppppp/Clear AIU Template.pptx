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2"/>
  </p:notes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59" r:id="rId10"/>
    <p:sldId id="260" r:id="rId11"/>
  </p:sldIdLst>
  <p:sldSz cx="24384000" cy="13716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A83A0E-9427-4E46-80C5-633845B1DDAE}">
  <a:tblStyle styleId="{72A83A0E-9427-4E46-80C5-633845B1DD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834" y="9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447800" y="4258828"/>
            <a:ext cx="10501744" cy="260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768"/>
              </a:buClr>
              <a:buSzPts val="7200"/>
              <a:buFont typeface="Arial"/>
              <a:buNone/>
              <a:defRPr sz="7200" b="1">
                <a:solidFill>
                  <a:srgbClr val="07076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447799" y="7161069"/>
            <a:ext cx="10501745" cy="331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CA2126"/>
              </a:buClr>
              <a:buSzPts val="5400"/>
              <a:buNone/>
              <a:defRPr sz="5400" b="1">
                <a:solidFill>
                  <a:srgbClr val="CA21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676400" y="2064759"/>
            <a:ext cx="21031200" cy="1407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26E"/>
              </a:buClr>
              <a:buSzPts val="6600"/>
              <a:buFont typeface="Arial"/>
              <a:buNone/>
              <a:defRPr sz="6600" b="1">
                <a:solidFill>
                  <a:srgbClr val="11126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334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>
                <a:latin typeface="Arial"/>
                <a:ea typeface="Arial"/>
                <a:cs typeface="Arial"/>
                <a:sym typeface="Arial"/>
              </a:defRPr>
            </a:lvl1pPr>
            <a:lvl2pPr marL="914400" lvl="1" indent="-508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Char char="•"/>
              <a:defRPr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61"/>
              </a:buClr>
              <a:buSzPts val="8800"/>
              <a:buFont typeface="Arial"/>
              <a:buNone/>
              <a:defRPr sz="8800" b="1">
                <a:solidFill>
                  <a:srgbClr val="00006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rgbClr val="C91D23"/>
              </a:buClr>
              <a:buSzPts val="6000"/>
              <a:buNone/>
              <a:defRPr sz="6000" b="0">
                <a:solidFill>
                  <a:srgbClr val="C91D2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  <a:defRPr sz="4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 sz="3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350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400"/>
              <a:buChar char="•"/>
              <a:defRPr sz="6400"/>
            </a:lvl1pPr>
            <a:lvl2pPr marL="914400" lvl="1" indent="-584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5600"/>
            </a:lvl2pPr>
            <a:lvl3pPr marL="1371600" lvl="2" indent="-533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3pPr>
            <a:lvl4pPr marL="1828800" lvl="3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6pPr>
            <a:lvl7pPr marL="3200400" lvl="6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7pPr>
            <a:lvl8pPr marL="3657600" lvl="7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8pPr>
            <a:lvl9pPr marL="4114800" lvl="8" indent="-482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Calibri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>
            <a:spLocks noGrp="1"/>
          </p:cNvSpPr>
          <p:nvPr>
            <p:ph type="pic" idx="2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marL="3200400" lvl="6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marL="3657600" lvl="7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marL="4114800" lvl="8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 rot="5400000">
            <a:off x="7840662" y="-2513012"/>
            <a:ext cx="8702676" cy="210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 rot="5400000">
            <a:off x="14266862" y="3913188"/>
            <a:ext cx="11623676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 rot="5400000">
            <a:off x="3598862" y="-1192212"/>
            <a:ext cx="11623676" cy="15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alibri"/>
              <a:buNone/>
              <a:defRPr sz="8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84200" algn="l" rtl="0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33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82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2DCE-2827-48B7-A492-488B92FD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2BE93-C6E0-4ED6-8F03-AB091718C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62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B848-A631-4822-AE54-0E4F1C289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D1F40-95EA-4C29-88CB-B6624430C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89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6B8A3-6048-4B07-B408-EEE4A0D5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CBC62-28FC-4489-AF4F-7C63DC76C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8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852BC-AE15-479A-B5A8-A064B52D7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6A6D2-B3D1-4C0A-9E63-345033C772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89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2C132-C097-44B9-9F8C-74317C597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74456-F04E-4A35-8EFB-3C51A4BA5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23015-09F1-46EF-8E40-B9583B2A7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A1220-7C80-498F-A991-84BB33D4C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19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B7547-0FA6-4503-A51D-95DF024E0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03B41-4A84-46BC-8CAE-6D44CD711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18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DF3B-B96D-4F5C-BE9A-C906F9558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F5556-64BF-40B0-A66B-99FF27416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393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E2D6D-8B99-43A8-B8C5-DABE1FA37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AE842-A92C-4112-B737-5E6B47094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61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Custom</PresentationFormat>
  <Paragraphs>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Tasneem Ibrahim Hassan Mohamed Taha</cp:lastModifiedBy>
  <cp:revision>2</cp:revision>
  <dcterms:modified xsi:type="dcterms:W3CDTF">2026-06-11T18:58:21Z</dcterms:modified>
</cp:coreProperties>
</file>